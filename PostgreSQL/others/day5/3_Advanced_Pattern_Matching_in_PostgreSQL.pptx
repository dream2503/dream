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-5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Advanced Pattern Matching in PostgreSQL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LIKE, SIMILAR TO &amp; Regular Expressions with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PostgreSQL provides advanced pattern matching features</a:t>
            </a:r>
          </a:p>
          <a:p>
            <a:r>
              <a:t>Used to search and validate text data</a:t>
            </a:r>
          </a:p>
          <a:p>
            <a:endParaRPr/>
          </a:p>
          <a:p>
            <a:r>
              <a:t>Techniques:</a:t>
            </a:r>
          </a:p>
          <a:p>
            <a:r>
              <a:t>• LIKE / ILIKE</a:t>
            </a:r>
          </a:p>
          <a:p>
            <a:r>
              <a:t>• SIMILAR TO</a:t>
            </a:r>
          </a:p>
          <a:p>
            <a:r>
              <a:t>• Regular Expressions (Regex)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LIKE Operator (Quick Recap)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Used for simple pattern matching</a:t>
            </a:r>
          </a:p>
          <a:p>
            <a:r>
              <a:t>• % → any number of characters</a:t>
            </a:r>
          </a:p>
          <a:p>
            <a:r>
              <a:t>• _ → exactly one character</a:t>
            </a:r>
          </a:p>
          <a:p>
            <a:endParaRPr/>
          </a:p>
          <a:p>
            <a:r>
              <a:t>Example:</a:t>
            </a:r>
          </a:p>
          <a:p>
            <a:r>
              <a:t>SELECT * FROM emp WHERE ename LIKE 'S%';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SIMILAR TO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SQL standard pattern matching</a:t>
            </a:r>
          </a:p>
          <a:p>
            <a:r>
              <a:t>• More powerful than LIKE</a:t>
            </a:r>
          </a:p>
          <a:p>
            <a:r>
              <a:t>• Case-sensitive</a:t>
            </a:r>
          </a:p>
          <a:p>
            <a:endParaRPr/>
          </a:p>
          <a:p>
            <a:r>
              <a:t>Syntax:</a:t>
            </a:r>
          </a:p>
          <a:p>
            <a:r>
              <a:t>column SIMILAR TO 'pattern'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SIMILAR TO – Pattern Symbols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%  → Any number of characters</a:t>
            </a:r>
          </a:p>
          <a:p>
            <a:r>
              <a:t>• _  → Single character</a:t>
            </a:r>
          </a:p>
          <a:p>
            <a:r>
              <a:t>• |  → OR</a:t>
            </a:r>
          </a:p>
          <a:p>
            <a:r>
              <a:t>• () → Grouping</a:t>
            </a:r>
          </a:p>
          <a:p>
            <a:r>
              <a:t>• [] → Character list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SIMILAR TO –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Names starting with A or S:</a:t>
            </a:r>
          </a:p>
          <a:p>
            <a:r>
              <a:t>SELECT * FROM emp WHERE ename SIMILAR TO '(A|S)%';</a:t>
            </a:r>
          </a:p>
          <a:p>
            <a:endParaRPr/>
          </a:p>
          <a:p>
            <a:r>
              <a:t>Names ending with N or R:</a:t>
            </a:r>
          </a:p>
          <a:p>
            <a:r>
              <a:t>SELECT * FROM emp WHERE ename SIMILAR TO '%(N|R)';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Regular Expressions (Regex)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Most powerful pattern matching</a:t>
            </a:r>
          </a:p>
          <a:p>
            <a:r>
              <a:t>• Supports POSIX regex</a:t>
            </a:r>
          </a:p>
          <a:p>
            <a:r>
              <a:t>• Used for complex search and validation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Regex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~   → Case-sensitive match</a:t>
            </a:r>
          </a:p>
          <a:p>
            <a:r>
              <a:t>~*  → Case-insensitive match</a:t>
            </a:r>
          </a:p>
          <a:p>
            <a:r>
              <a:t>!~  → Does NOT match</a:t>
            </a:r>
          </a:p>
          <a:p>
            <a:r>
              <a:t>!~* → Case-insensitive NOT match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Regex – Common Symbols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^  → Start of string</a:t>
            </a:r>
          </a:p>
          <a:p>
            <a:r>
              <a:t>$  → End of string</a:t>
            </a:r>
          </a:p>
          <a:p>
            <a:r>
              <a:t>.  → Any character</a:t>
            </a:r>
          </a:p>
          <a:p>
            <a:r>
              <a:t>*  → Zero or more</a:t>
            </a:r>
          </a:p>
          <a:p>
            <a:r>
              <a:t>+  → One or more</a:t>
            </a:r>
          </a:p>
          <a:p>
            <a:r>
              <a:t>?  → Zero or one</a:t>
            </a:r>
          </a:p>
          <a:p>
            <a:r>
              <a:t>[A-Z] → Character range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Regex –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Names starting with S:</a:t>
            </a:r>
          </a:p>
          <a:p>
            <a:r>
              <a:t>SELECT * FROM emp WHERE ename ~ '^S';</a:t>
            </a:r>
          </a:p>
          <a:p>
            <a:endParaRPr/>
          </a:p>
          <a:p>
            <a:r>
              <a:t>Names ending with N:</a:t>
            </a:r>
          </a:p>
          <a:p>
            <a:r>
              <a:t>SELECT * FROM emp WHERE ename ~ 'N$';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Regex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Exactly 5 characters:</a:t>
            </a:r>
          </a:p>
          <a:p>
            <a:r>
              <a:t>SELECT * FROM emp WHERE ename ~ '^.....$';</a:t>
            </a:r>
          </a:p>
          <a:p>
            <a:endParaRPr/>
          </a:p>
          <a:p>
            <a:r>
              <a:t>Starts with A or S (case-insensitive):</a:t>
            </a:r>
          </a:p>
          <a:p>
            <a:r>
              <a:t>SELECT * FROM emp WHERE ename ~* '^(a|s)';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of Pattern Matching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t>LIKE:</a:t>
            </a:r>
          </a:p>
          <a:p>
            <a:r>
              <a:t>• Simple patterns</a:t>
            </a:r>
          </a:p>
          <a:p>
            <a:r>
              <a:t>• Fast</a:t>
            </a:r>
          </a:p>
          <a:p>
            <a:pPr>
              <a:buNone/>
            </a:pPr>
            <a:r>
              <a:rPr smtClean="0"/>
              <a:t>SIMILAR </a:t>
            </a:r>
            <a:r>
              <a:t>TO:</a:t>
            </a:r>
          </a:p>
          <a:p>
            <a:r>
              <a:t>• Medium complexity</a:t>
            </a:r>
          </a:p>
          <a:p>
            <a:r>
              <a:t>• SQL standard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smtClean="0"/>
              <a:t>REGEX</a:t>
            </a:r>
            <a:r>
              <a:t>:</a:t>
            </a:r>
          </a:p>
          <a:p>
            <a:r>
              <a:t>• Very powerful</a:t>
            </a:r>
          </a:p>
          <a:p>
            <a:r>
              <a:t>• Complex matching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 What?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LIKE for simple search</a:t>
            </a:r>
          </a:p>
          <a:p>
            <a:r>
              <a:t>• Use SIMILAR TO for multiple patterns</a:t>
            </a:r>
          </a:p>
          <a:p>
            <a:r>
              <a:t>• Use REGEX for complex validations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Do not mix LIKE and regex symbols</a:t>
            </a:r>
          </a:p>
          <a:p>
            <a:r>
              <a:t>• Remember ^ and $ in regex</a:t>
            </a:r>
          </a:p>
          <a:p>
            <a:r>
              <a:t>• SIMILAR TO is case-sensitive</a:t>
            </a:r>
          </a:p>
          <a:p>
            <a:r>
              <a:t>• REGEX is most powerful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PostgreSQL supports rich pattern matching</a:t>
            </a:r>
          </a:p>
          <a:p>
            <a:r>
              <a:t>• SIMILAR TO bridges LIKE and regex</a:t>
            </a:r>
          </a:p>
          <a:p>
            <a:r>
              <a:t>• REGEX offers maximum flexibility</a:t>
            </a:r>
          </a:p>
          <a:p>
            <a:r>
              <a:t>• Frequently asked in exams and interviews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421</Words>
  <Application>Microsoft Macintosh PowerPoint</Application>
  <PresentationFormat>On-screen Show (4:3)</PresentationFormat>
  <Paragraphs>90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Advanced Pattern Matching in PostgreSQL</vt:lpstr>
      <vt:lpstr>Introduction</vt:lpstr>
      <vt:lpstr>LIKE Operator (Quick Recap)</vt:lpstr>
      <vt:lpstr>SIMILAR TO Operator</vt:lpstr>
      <vt:lpstr>SIMILAR TO – Pattern Symbols</vt:lpstr>
      <vt:lpstr>SIMILAR TO – Examples</vt:lpstr>
      <vt:lpstr>Regular Expressions (Regex)</vt:lpstr>
      <vt:lpstr>Regex Operators</vt:lpstr>
      <vt:lpstr>Regex – Common Symbols</vt:lpstr>
      <vt:lpstr>Regex – Examples</vt:lpstr>
      <vt:lpstr>Advanced Regex Examples</vt:lpstr>
      <vt:lpstr>Comparison of Pattern Matching</vt:lpstr>
      <vt:lpstr>When to Use What?</vt:lpstr>
      <vt:lpstr>Exam Tips</vt:lpstr>
      <vt:lpstr>Conclusion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Pattern Matching in PostgreSQL</dc:title>
  <dc:subject/>
  <dc:creator/>
  <cp:keywords/>
  <dc:description>generated using python-pptx</dc:description>
  <cp:lastModifiedBy>Sil</cp:lastModifiedBy>
  <cp:revision>2</cp:revision>
  <dcterms:created xsi:type="dcterms:W3CDTF">2013-01-27T09:14:16Z</dcterms:created>
  <dcterms:modified xsi:type="dcterms:W3CDTF">2026-01-14T08:06:37Z</dcterms:modified>
  <cp:category/>
</cp:coreProperties>
</file>