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Pattern Matching in PostgreSQL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SIMILAR TO and </a:t>
            </a:r>
            <a:r>
              <a:rPr/>
              <a:t>Regular </a:t>
            </a:r>
            <a:r>
              <a:rPr smtClean="0"/>
              <a:t>Expressions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PostgreSQL provides advanced pattern matching beyond LIKE.</a:t>
            </a:r>
          </a:p>
          <a:p>
            <a:r>
              <a:t>Used for complex string searching and validation.</a:t>
            </a:r>
          </a:p>
          <a:p>
            <a:endParaRPr/>
          </a:p>
          <a:p>
            <a:r>
              <a:t>Main techniques:</a:t>
            </a:r>
          </a:p>
          <a:p>
            <a:r>
              <a:t>• SIMILAR TO</a:t>
            </a:r>
          </a:p>
          <a:p>
            <a:r>
              <a:t>• Regular Expressions (Regex)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SQL‑standard pattern matching operator</a:t>
            </a:r>
          </a:p>
          <a:p>
            <a:r>
              <a:t>• Combination of LIKE and Regex features</a:t>
            </a:r>
          </a:p>
          <a:p>
            <a:r>
              <a:t>• Case‑sensitive</a:t>
            </a:r>
          </a:p>
          <a:p>
            <a:endParaRPr/>
          </a:p>
          <a:p>
            <a:r>
              <a:t>Syntax:</a:t>
            </a:r>
          </a:p>
          <a:p>
            <a:r>
              <a:t>column SIMILAR TO 'pattern'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– Pattern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%  → Any number of characters</a:t>
            </a:r>
          </a:p>
          <a:p>
            <a:r>
              <a:t>• _  → Exactly one character</a:t>
            </a:r>
          </a:p>
          <a:p>
            <a:r>
              <a:t>• |  → OR</a:t>
            </a:r>
          </a:p>
          <a:p>
            <a:r>
              <a:t>• () → Grouping</a:t>
            </a:r>
          </a:p>
          <a:p>
            <a:r>
              <a:t>• [] → Character list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starting with A or S:</a:t>
            </a:r>
          </a:p>
          <a:p>
            <a:r>
              <a:t>SELECT * FROM emp WHERE ename SIMILAR TO '(A|S)%';</a:t>
            </a:r>
          </a:p>
          <a:p>
            <a:endParaRPr/>
          </a:p>
          <a:p>
            <a:r>
              <a:t>Names ending with N or R:</a:t>
            </a:r>
          </a:p>
          <a:p>
            <a:r>
              <a:t>SELECT * FROM emp WHERE ename SIMILAR TO '%(N|R)';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–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Better than LIKE for multiple patterns</a:t>
            </a:r>
          </a:p>
          <a:p>
            <a:r>
              <a:t>• Less powerful than full regex</a:t>
            </a:r>
          </a:p>
          <a:p>
            <a:r>
              <a:t>• Used in exam‑oriented queries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Expressions (Regex)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powerful pattern matching in PostgreSQL</a:t>
            </a:r>
          </a:p>
          <a:p>
            <a:r>
              <a:t>• Supports POSIX regular expressions</a:t>
            </a:r>
          </a:p>
          <a:p>
            <a:r>
              <a:t>• Used for complex validations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   → Case‑sensitive match</a:t>
            </a:r>
          </a:p>
          <a:p>
            <a:r>
              <a:t>~*  → Case‑insensitive match</a:t>
            </a:r>
          </a:p>
          <a:p>
            <a:r>
              <a:t>!~  → Does NOT match</a:t>
            </a:r>
          </a:p>
          <a:p>
            <a:r>
              <a:t>!~* → Case‑insensitive NOT match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Regex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^  → Start of string</a:t>
            </a:r>
          </a:p>
          <a:p>
            <a:r>
              <a:t>$  → End of string</a:t>
            </a:r>
          </a:p>
          <a:p>
            <a:r>
              <a:t>.  → Any character</a:t>
            </a:r>
          </a:p>
          <a:p>
            <a:r>
              <a:t>*  → Zero or more</a:t>
            </a:r>
          </a:p>
          <a:p>
            <a:r>
              <a:t>+  → One or more</a:t>
            </a:r>
          </a:p>
          <a:p>
            <a:r>
              <a:t>?  → Zero or one</a:t>
            </a:r>
          </a:p>
          <a:p>
            <a:r>
              <a:t>[A‑Z] → Character range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starting with S:</a:t>
            </a:r>
          </a:p>
          <a:p>
            <a:r>
              <a:t>SELECT * FROM emp WHERE ename ~ '^S';</a:t>
            </a:r>
          </a:p>
          <a:p>
            <a:endParaRPr/>
          </a:p>
          <a:p>
            <a:r>
              <a:t>Names ending with N:</a:t>
            </a:r>
          </a:p>
          <a:p>
            <a:r>
              <a:t>SELECT * FROM emp WHERE ename ~ 'N$';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Regex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with exactly 5 characters:</a:t>
            </a:r>
          </a:p>
          <a:p>
            <a:r>
              <a:t>SELECT * FROM emp WHERE ename ~ '^.....$';</a:t>
            </a:r>
          </a:p>
          <a:p>
            <a:endParaRPr/>
          </a:p>
          <a:p>
            <a:r>
              <a:t>Case‑insensitive (A or S):</a:t>
            </a:r>
          </a:p>
          <a:p>
            <a:r>
              <a:t>SELECT * FROM emp WHERE ename ~* '^(a|s)';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 vs SIMILAR TO vs REGEX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LIKE:</a:t>
            </a:r>
          </a:p>
          <a:p>
            <a:r>
              <a:t>• Simple patterns</a:t>
            </a:r>
          </a:p>
          <a:p>
            <a:r>
              <a:t>• Fast</a:t>
            </a:r>
          </a:p>
          <a:p>
            <a:pPr>
              <a:buNone/>
            </a:pPr>
            <a:endParaRPr/>
          </a:p>
          <a:p>
            <a:r>
              <a:t>SIMILAR TO:</a:t>
            </a:r>
          </a:p>
          <a:p>
            <a:r>
              <a:t>• Medium complexity</a:t>
            </a:r>
          </a:p>
          <a:p>
            <a:r>
              <a:t>• SQL standard</a:t>
            </a:r>
          </a:p>
          <a:p>
            <a:endParaRPr/>
          </a:p>
          <a:p>
            <a:r>
              <a:t>REGEX:</a:t>
            </a:r>
          </a:p>
          <a:p>
            <a:r>
              <a:t>• Very powerful</a:t>
            </a:r>
          </a:p>
          <a:p>
            <a:r>
              <a:t>• Advanced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LIKE for simple patterns</a:t>
            </a:r>
          </a:p>
          <a:p>
            <a:r>
              <a:t>• Use SIMILAR TO for OR conditions</a:t>
            </a:r>
          </a:p>
          <a:p>
            <a:r>
              <a:t>• Use Regex for complex patterns</a:t>
            </a:r>
          </a:p>
          <a:p>
            <a:r>
              <a:t>• Remember ^ and $ in regex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PostgreSQL supports advanced text searching</a:t>
            </a:r>
          </a:p>
          <a:p>
            <a:r>
              <a:t>• SIMILAR TO bridges LIKE and regex</a:t>
            </a:r>
          </a:p>
          <a:p>
            <a:r>
              <a:t>• Regex provides maximum flexibility</a:t>
            </a:r>
          </a:p>
          <a:p>
            <a:r>
              <a:t>• Frequently asked in exams and interviews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385</Words>
  <Application>Microsoft Macintosh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Advanced Pattern Matching in PostgreSQL</vt:lpstr>
      <vt:lpstr>Introduction</vt:lpstr>
      <vt:lpstr>SIMILAR TO Operator</vt:lpstr>
      <vt:lpstr>SIMILAR TO – Pattern Symbols</vt:lpstr>
      <vt:lpstr>SIMILAR TO – Examples</vt:lpstr>
      <vt:lpstr>SIMILAR TO – Use Case</vt:lpstr>
      <vt:lpstr>Regular Expressions (Regex)</vt:lpstr>
      <vt:lpstr>Regex Operators</vt:lpstr>
      <vt:lpstr>Common Regex Symbols</vt:lpstr>
      <vt:lpstr>Regex Examples</vt:lpstr>
      <vt:lpstr>More Regex Examples</vt:lpstr>
      <vt:lpstr>LIKE vs SIMILAR TO vs REGEX</vt:lpstr>
      <vt:lpstr>Exam Tips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Pattern Matching in PostgreSQL</dc:title>
  <dc:subject/>
  <dc:creator/>
  <cp:keywords/>
  <dc:description>generated using python-pptx</dc:description>
  <cp:lastModifiedBy>Sil</cp:lastModifiedBy>
  <cp:revision>3</cp:revision>
  <dcterms:created xsi:type="dcterms:W3CDTF">2013-01-27T09:14:16Z</dcterms:created>
  <dcterms:modified xsi:type="dcterms:W3CDTF">2026-01-14T08:03:05Z</dcterms:modified>
  <cp:category/>
</cp:coreProperties>
</file>