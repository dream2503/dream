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PostgreSQL Operators – Detailed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Operators, LIKE Operator &amp; Practical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Operators perform operations on data</a:t>
            </a:r>
          </a:p>
          <a:p>
            <a:r>
              <a:t>• Used in SELECT, WHERE, UPDATE, DELETE</a:t>
            </a:r>
          </a:p>
          <a:p>
            <a:r>
              <a:t>• PostgreSQL supports rich operator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PostgreSQL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Arithmetic Operators</a:t>
            </a:r>
          </a:p>
          <a:p>
            <a:r>
              <a:t>• Comparison Operators</a:t>
            </a:r>
          </a:p>
          <a:p>
            <a:r>
              <a:t>• Logical Operators</a:t>
            </a:r>
          </a:p>
          <a:p>
            <a:r>
              <a:t>• LIKE (Pattern Matching)</a:t>
            </a:r>
          </a:p>
          <a:p>
            <a:r>
              <a:t>• IN, BETWEEN</a:t>
            </a:r>
          </a:p>
          <a:p>
            <a:r>
              <a:t>• NULL Operators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+  Addition</a:t>
            </a:r>
          </a:p>
          <a:p>
            <a:r>
              <a:t>• -  Subtraction</a:t>
            </a:r>
          </a:p>
          <a:p>
            <a:r>
              <a:t>• *  Multiplication</a:t>
            </a:r>
          </a:p>
          <a:p>
            <a:r>
              <a:t>• /  Division</a:t>
            </a:r>
          </a:p>
          <a:p>
            <a:r>
              <a:t>• %  Modulus</a:t>
            </a:r>
          </a:p>
          <a:p/>
          <a:p>
            <a:r>
              <a:t>Example:</a:t>
            </a:r>
          </a:p>
          <a:p>
            <a:r>
              <a:t>SELECT sal + 500 FROM emp;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=   Equal to</a:t>
            </a:r>
          </a:p>
          <a:p>
            <a:r>
              <a:t>• != or &lt;&gt;   Not equal</a:t>
            </a:r>
          </a:p>
          <a:p>
            <a:r>
              <a:t>• &gt;   Greater than</a:t>
            </a:r>
          </a:p>
          <a:p>
            <a:r>
              <a:t>• &lt;   Less than</a:t>
            </a:r>
          </a:p>
          <a:p>
            <a:r>
              <a:t>• &gt;=  Greater than or equal</a:t>
            </a:r>
          </a:p>
          <a:p>
            <a:r>
              <a:t>• &lt;=  Less than or equal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emp WHERE sal &gt; 3000;</a:t>
            </a:r>
          </a:p>
          <a:p>
            <a:r>
              <a:t>SELECT * FROM emp WHERE deptno = 10;</a:t>
            </a:r>
          </a:p>
          <a:p>
            <a:r>
              <a:t>SELECT * FROM emp WHERE job &lt;&gt; 'CLERK';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AND – All conditions must be true</a:t>
            </a:r>
          </a:p>
          <a:p>
            <a:r>
              <a:t>• OR – Any condition must be true</a:t>
            </a:r>
          </a:p>
          <a:p>
            <a:r>
              <a:t>• NOT – Negates a condition</a:t>
            </a:r>
          </a:p>
          <a:p/>
          <a:p>
            <a:r>
              <a:t>Operator precedence: NOT → AND → 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for pattern matching in text data</a:t>
            </a:r>
          </a:p>
          <a:p>
            <a:r>
              <a:t>• Works with character data only</a:t>
            </a:r>
          </a:p>
          <a:p/>
          <a:p>
            <a:r>
              <a:t>Wildcards:</a:t>
            </a:r>
          </a:p>
          <a:p>
            <a:r>
              <a:t>• %  – zero or more characters</a:t>
            </a:r>
          </a:p>
          <a:p>
            <a:r>
              <a:t>• _  – exactly one character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'S%'  → Starts with S</a:t>
            </a:r>
          </a:p>
          <a:p>
            <a:r>
              <a:t>• '%N'  → Ends with N</a:t>
            </a:r>
          </a:p>
          <a:p>
            <a:r>
              <a:t>• '%A%' → Contains A</a:t>
            </a:r>
          </a:p>
          <a:p>
            <a:r>
              <a:t>• '_A%' → Second letter A</a:t>
            </a:r>
          </a:p>
          <a:p/>
          <a:p>
            <a:r>
              <a:t>SELECT * FROM emp WHERE ename LIKE 'S%';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Sensitivity in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LIKE is case-sensitive in PostgreSQL</a:t>
            </a:r>
          </a:p>
          <a:p>
            <a:r>
              <a:t>• ILIKE is case-insensitive</a:t>
            </a:r>
          </a:p>
          <a:p/>
          <a:p>
            <a:r>
              <a:t>Example:</a:t>
            </a:r>
          </a:p>
          <a:p>
            <a:r>
              <a:t>SELECT * FROM emp WHERE ename ILIKE 's%';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Matches values from a given list</a:t>
            </a:r>
          </a:p>
          <a:p>
            <a:r>
              <a:t>• Avoids multiple OR conditions</a:t>
            </a:r>
          </a:p>
          <a:p/>
          <a:p>
            <a:r>
              <a:t>Example:</a:t>
            </a:r>
          </a:p>
          <a:p>
            <a:r>
              <a:t>SELECT * FROM emp WHERE deptno IN (10,20,30);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Selects values within a range</a:t>
            </a:r>
          </a:p>
          <a:p>
            <a:r>
              <a:t>• Inclusive of boundary values</a:t>
            </a:r>
          </a:p>
          <a:p/>
          <a:p>
            <a:r>
              <a:t>Example:</a:t>
            </a:r>
          </a:p>
          <a:p>
            <a:r>
              <a:t>SELECT * FROM emp WHERE sal BETWEEN 2000 AND 4000;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NULL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to test NULL values</a:t>
            </a:r>
          </a:p>
          <a:p>
            <a:r>
              <a:t>• NULL cannot be compared using =</a:t>
            </a:r>
          </a:p>
          <a:p/>
          <a:p>
            <a:r>
              <a:t>Example:</a:t>
            </a:r>
          </a:p>
          <a:p>
            <a:r>
              <a:t>SELECT * FROM emp WHERE comm IS NULL;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Using = NULL instead of IS NULL</a:t>
            </a:r>
          </a:p>
          <a:p>
            <a:r>
              <a:t>• Forgetting % in LIKE</a:t>
            </a:r>
          </a:p>
          <a:p>
            <a:r>
              <a:t>• Confusing _ with %</a:t>
            </a:r>
          </a:p>
          <a:p>
            <a:r>
              <a:t>• Using LIKE on numeric columns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Operators are essential for filtering data</a:t>
            </a:r>
          </a:p>
          <a:p>
            <a:r>
              <a:t>• Comparison operators give exact results</a:t>
            </a:r>
          </a:p>
          <a:p>
            <a:r>
              <a:t>• LIKE operator enables powerful text search</a:t>
            </a:r>
          </a:p>
          <a:p>
            <a:r>
              <a:t>• Correct usage improves query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